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27172-ADD6-3ED4-6A59-ABBABE2EBF3A}" v="133" dt="2026-08-04T18:05:10.608"/>
    <p1510:client id="{6699B9AA-B9CC-4181-A63A-8E793310DF4A}" v="54" dt="2026-08-04T17:49:03.787"/>
    <p1510:client id="{DC651150-2397-4D3C-B27D-5EC4E6CC99D7}" v="3" dt="2026-08-04T18:51:56.941"/>
    <p1510:client id="{F19162C2-52A2-4AEC-8C2B-CE3C38C0B67F}" v="24" dt="2026-08-04T18:02:59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04B77351-7AA0-E8FA-9073-C8D2B38E64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9978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ln w="22225">
                  <a:solidFill>
                    <a:schemeClr val="tx1"/>
                  </a:solidFill>
                  <a:miter lim="800000"/>
                </a:ln>
                <a:solidFill>
                  <a:schemeClr val="bg1"/>
                </a:solidFill>
              </a:rPr>
              <a:t>PSU DIAGRAM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Aijahnae , Christina , Auree-Lynn , Charles , Yasmeen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8105D-F1EE-80D1-7ACF-493BE7D2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PSU Battery Info.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21B32-2AB6-3EA1-13D0-68BA75BED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Model – Dell</a:t>
            </a:r>
          </a:p>
          <a:p>
            <a:r>
              <a:rPr lang="en-US" sz="2200"/>
              <a:t>AC Input - (50-60Hz) , 100-240 V</a:t>
            </a:r>
          </a:p>
          <a:p>
            <a:r>
              <a:rPr lang="en-US" sz="2200"/>
              <a:t>DC Output - +12V </a:t>
            </a:r>
          </a:p>
          <a:p>
            <a:r>
              <a:rPr lang="en-US" sz="2200"/>
              <a:t>Max Output Power – 180W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7E7B9-04AD-AF8F-AAFC-492DFFEE9C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51" r="1132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1857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C8E05-BBF0-8112-93EE-D80A1F602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Back Panel of the PSU 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270FD-61B2-39B8-717F-48E14F937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This is the back panel of a small form factor (SFF) desktop computer chassis, specifically showing the rear I/O and power supply area (commonly found on business desktops like a Dell OptiPlex).</a:t>
            </a:r>
          </a:p>
          <a:p>
            <a:r>
              <a:rPr lang="en-US" sz="1700" b="1">
                <a:ea typeface="+mn-lt"/>
                <a:cs typeface="+mn-lt"/>
              </a:rPr>
              <a:t>Power Supply Unit (PSU) Inlet:</a:t>
            </a:r>
            <a:r>
              <a:rPr lang="en-US" sz="1700">
                <a:ea typeface="+mn-lt"/>
                <a:cs typeface="+mn-lt"/>
              </a:rPr>
              <a:t> The 3-pin C14 connector at the bottom (oriented horizontally/upside down here) where you plug in a standard AC power cord. Next to it is a small green LED diagnostic indicator light.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Rear I/O Ports:</a:t>
            </a:r>
            <a:r>
              <a:rPr lang="en-US" sz="1700">
                <a:ea typeface="+mn-lt"/>
                <a:cs typeface="+mn-lt"/>
              </a:rPr>
              <a:t> Above the expansion slots, you can see USB ports (USB 3.0 blue ports, USB 2.0 black ports) and an RJ-45 Ethernet network port.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PCIe Expansion Slot Covers:</a:t>
            </a:r>
            <a:r>
              <a:rPr lang="en-US" sz="1700">
                <a:ea typeface="+mn-lt"/>
                <a:cs typeface="+mn-lt"/>
              </a:rPr>
              <a:t> The mesh metal covers in the middle section protect expansion slot openings for adding low-profile expansion cards (like extra graphics or network cards).</a:t>
            </a:r>
            <a:endParaRPr lang="en-US" sz="1700"/>
          </a:p>
          <a:p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644032-7DFA-27F1-8E3F-8D1B8FA53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04" r="954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27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F6CDE-9297-B7BA-290A-FEAD685D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CPU Power Connector.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6BC6B-D855-8669-7B86-8975575EE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1. 4-Pin CPU Power Connector (Held in Hand)</a:t>
            </a:r>
            <a:br>
              <a:rPr lang="en-US" sz="2200">
                <a:ea typeface="+mn-lt"/>
                <a:cs typeface="+mn-lt"/>
              </a:rPr>
            </a:br>
            <a:r>
              <a:rPr lang="en-US" sz="2200">
                <a:ea typeface="+mn-lt"/>
                <a:cs typeface="+mn-lt"/>
              </a:rPr>
              <a:t>• </a:t>
            </a:r>
            <a:r>
              <a:rPr lang="en-US" sz="2200" b="1">
                <a:ea typeface="+mn-lt"/>
                <a:cs typeface="+mn-lt"/>
              </a:rPr>
              <a:t>Technical Name:</a:t>
            </a:r>
            <a:r>
              <a:rPr lang="en-US" sz="2200">
                <a:ea typeface="+mn-lt"/>
                <a:cs typeface="+mn-lt"/>
              </a:rPr>
              <a:t> 4-Pin ATX12V Power Connector (or 4-Pin CPU Power Connector)</a:t>
            </a:r>
            <a:br>
              <a:rPr lang="en-US" sz="2200">
                <a:ea typeface="+mn-lt"/>
                <a:cs typeface="+mn-lt"/>
              </a:rPr>
            </a:br>
            <a:r>
              <a:rPr lang="en-US" sz="2200">
                <a:ea typeface="+mn-lt"/>
                <a:cs typeface="+mn-lt"/>
              </a:rPr>
              <a:t>• </a:t>
            </a:r>
            <a:r>
              <a:rPr lang="en-US" sz="2200" b="1">
                <a:ea typeface="+mn-lt"/>
                <a:cs typeface="+mn-lt"/>
              </a:rPr>
              <a:t>Wiring Breakdown:</a:t>
            </a:r>
            <a:br>
              <a:rPr lang="en-US" sz="2200" b="1">
                <a:ea typeface="+mn-lt"/>
                <a:cs typeface="+mn-lt"/>
              </a:rPr>
            </a:br>
            <a:r>
              <a:rPr lang="en-US" sz="2200" b="1">
                <a:ea typeface="+mn-lt"/>
                <a:cs typeface="+mn-lt"/>
              </a:rPr>
              <a:t>Yellow Wires:</a:t>
            </a:r>
            <a:r>
              <a:rPr lang="en-US" sz="2200">
                <a:ea typeface="+mn-lt"/>
                <a:cs typeface="+mn-lt"/>
              </a:rPr>
              <a:t> +12V DC power</a:t>
            </a:r>
            <a:br>
              <a:rPr lang="en-US" sz="2200">
                <a:ea typeface="+mn-lt"/>
                <a:cs typeface="+mn-lt"/>
              </a:rPr>
            </a:br>
            <a:r>
              <a:rPr lang="en-US" sz="2200" b="1">
                <a:ea typeface="+mn-lt"/>
                <a:cs typeface="+mn-lt"/>
              </a:rPr>
              <a:t>Black Wires: Ground (GND)</a:t>
            </a:r>
            <a:br>
              <a:rPr lang="en-US" sz="2200" b="1">
                <a:ea typeface="+mn-lt"/>
                <a:cs typeface="+mn-lt"/>
              </a:rPr>
            </a:br>
            <a:r>
              <a:rPr lang="en-US" sz="2200">
                <a:ea typeface="+mn-lt"/>
                <a:cs typeface="+mn-lt"/>
              </a:rPr>
              <a:t>• </a:t>
            </a:r>
            <a:r>
              <a:rPr lang="en-US" sz="2200" b="1">
                <a:ea typeface="+mn-lt"/>
                <a:cs typeface="+mn-lt"/>
              </a:rPr>
              <a:t>Function:</a:t>
            </a:r>
            <a:r>
              <a:rPr lang="en-US" sz="2200">
                <a:ea typeface="+mn-lt"/>
                <a:cs typeface="+mn-lt"/>
              </a:rPr>
              <a:t> Delivers dedicated +12-volt direct current power directly to the processor (CPU) socket on the motherboard through a VRM (Voltage Regulator Module).</a:t>
            </a:r>
            <a:br>
              <a:rPr lang="en-US" sz="2200">
                <a:ea typeface="+mn-lt"/>
                <a:cs typeface="+mn-lt"/>
              </a:rPr>
            </a:br>
            <a:r>
              <a:rPr lang="en-US" sz="2200">
                <a:ea typeface="+mn-lt"/>
                <a:cs typeface="+mn-lt"/>
              </a:rPr>
              <a:t>• </a:t>
            </a:r>
            <a:r>
              <a:rPr lang="en-US" sz="2200" b="1">
                <a:ea typeface="+mn-lt"/>
                <a:cs typeface="+mn-lt"/>
              </a:rPr>
              <a:t>Key Feature:</a:t>
            </a:r>
            <a:r>
              <a:rPr lang="en-US" sz="2200">
                <a:ea typeface="+mn-lt"/>
                <a:cs typeface="+mn-lt"/>
              </a:rPr>
              <a:t> Plastic locking tab on the side prevents accidental disconnects and ensures correct orientation during installation.</a:t>
            </a:r>
            <a:endParaRPr lang="en-US" sz="2200"/>
          </a:p>
          <a:p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4BFCB-92DE-6EC4-9483-B3A3FB4917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93" r="1" b="4250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6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CC476D-0432-2DC7-9017-81AE5E1D6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567" b="1544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06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PSU DIAGRAM</vt:lpstr>
      <vt:lpstr>PSU Battery Info.</vt:lpstr>
      <vt:lpstr>Back Panel of the PSU </vt:lpstr>
      <vt:lpstr>CPU Power Connector.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2026-08-04T17:13:30Z</dcterms:created>
  <dcterms:modified xsi:type="dcterms:W3CDTF">2026-08-12T14:17:47Z</dcterms:modified>
</cp:coreProperties>
</file>